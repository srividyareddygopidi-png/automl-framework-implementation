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1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9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6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4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7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3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0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9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97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0289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24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40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6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6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43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heart-text-791024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Auto</a:t>
            </a:r>
            <a:r>
              <a:rPr lang="en-US" dirty="0"/>
              <a:t> </a:t>
            </a:r>
            <a:r>
              <a:rPr dirty="0"/>
              <a:t>ML Framework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defRPr sz="2200"/>
            </a:pPr>
            <a:r>
              <a:rPr sz="2400" dirty="0"/>
              <a:t>Srividya Reddy Gopidi</a:t>
            </a:r>
          </a:p>
          <a:p>
            <a:r>
              <a:rPr sz="2400" dirty="0"/>
              <a:t>Intern ID: </a:t>
            </a:r>
            <a:r>
              <a:rPr lang="en-US" sz="2400" dirty="0"/>
              <a:t>CITS889</a:t>
            </a:r>
            <a:endParaRPr sz="2400" dirty="0"/>
          </a:p>
          <a:p>
            <a:r>
              <a:rPr sz="2000" dirty="0"/>
              <a:t>Machine Learning Internship</a:t>
            </a:r>
          </a:p>
          <a:p>
            <a:r>
              <a:rPr sz="2000" dirty="0" err="1"/>
              <a:t>CodTech</a:t>
            </a:r>
            <a:r>
              <a:rPr sz="2000" dirty="0"/>
              <a:t> IT Solutions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Develop an AutoML framework to train multiple ML models, compare their accuracy, and automatically select the best-performing model.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Breast Cancer Wisconsin Dataset</a:t>
            </a:r>
          </a:p>
          <a:p>
            <a:r>
              <a:t>569 Samples</a:t>
            </a:r>
          </a:p>
          <a:p>
            <a:r>
              <a:t>30 Features</a:t>
            </a:r>
          </a:p>
          <a:p>
            <a:r>
              <a:t>Binary Classification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VS Code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Load Dataset</a:t>
            </a:r>
          </a:p>
          <a:p>
            <a:r>
              <a:t>Preprocess Data</a:t>
            </a:r>
          </a:p>
          <a:p>
            <a:r>
              <a:t>Train/Test Split</a:t>
            </a:r>
          </a:p>
          <a:p>
            <a:r>
              <a:t>Scale Features</a:t>
            </a:r>
          </a:p>
          <a:p>
            <a:r>
              <a:t>Train Models</a:t>
            </a:r>
          </a:p>
          <a:p>
            <a:r>
              <a:t>Compare Accuracy</a:t>
            </a:r>
          </a:p>
          <a:p>
            <a:r>
              <a:t>Select Best Model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Logistic Regression</a:t>
            </a:r>
          </a:p>
          <a:p>
            <a:r>
              <a:t>Decision Tree</a:t>
            </a:r>
          </a:p>
          <a:p>
            <a:r>
              <a:t>Random Forest</a:t>
            </a:r>
          </a:p>
          <a:p>
            <a:r>
              <a:t>KNN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Logistic Regression: 97.37%</a:t>
            </a:r>
          </a:p>
          <a:p>
            <a:r>
              <a:t>Random Forest: 96.49%</a:t>
            </a:r>
          </a:p>
          <a:p>
            <a:r>
              <a:t>Decision Tree: 94.74%</a:t>
            </a:r>
          </a:p>
          <a:p>
            <a:r>
              <a:t>KNN: 94.74%</a:t>
            </a:r>
          </a:p>
          <a:p>
            <a:endParaRPr/>
          </a:p>
          <a:p>
            <a:r>
              <a:t>Best Model: Logistic Regression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Healthcare</a:t>
            </a:r>
          </a:p>
          <a:p>
            <a:r>
              <a:t>Fraud Detection</a:t>
            </a:r>
          </a:p>
          <a:p>
            <a:r>
              <a:t>Predictive Analytics</a:t>
            </a:r>
          </a:p>
          <a:p>
            <a:r>
              <a:t>Research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Hyperparameter Tuning</a:t>
            </a:r>
          </a:p>
          <a:p>
            <a:r>
              <a:t>Auto Feature Engineering</a:t>
            </a:r>
          </a:p>
          <a:p>
            <a:r>
              <a:t>Deep Learning</a:t>
            </a:r>
          </a:p>
          <a:p>
            <a:r>
              <a:t>Dashboard Deployment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 &amp;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CE999-47BE-1CBE-7F7B-BBDD1833E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</TotalTime>
  <Words>134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Auto ML Framework Implementation</vt:lpstr>
      <vt:lpstr>Project Objective</vt:lpstr>
      <vt:lpstr>Dataset</vt:lpstr>
      <vt:lpstr>Technologies Used</vt:lpstr>
      <vt:lpstr>Workflow</vt:lpstr>
      <vt:lpstr>Models</vt:lpstr>
      <vt:lpstr>Results</vt:lpstr>
      <vt:lpstr>Applications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Gopidi Srividhya</dc:creator>
  <cp:keywords/>
  <dc:description>generated using python-pptx</dc:description>
  <cp:lastModifiedBy>G.Srividya Reddy</cp:lastModifiedBy>
  <cp:revision>2</cp:revision>
  <dcterms:created xsi:type="dcterms:W3CDTF">2013-01-27T09:14:16Z</dcterms:created>
  <dcterms:modified xsi:type="dcterms:W3CDTF">2026-06-26T16:06:31Z</dcterms:modified>
  <cp:category/>
</cp:coreProperties>
</file>